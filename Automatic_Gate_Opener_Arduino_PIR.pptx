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Automatic Gate Opener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Arduino and PIR Sensor</a:t>
            </a:r>
          </a:p>
          <a:p/>
          <a:p>
            <a:r>
              <a:t>By Suyash Ravindra Sonawane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automatic gate system that opens and closes a gate when motion is detected using a PIR sensor and a servo motor controlled by Arduino.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Automatic gate operation</a:t>
            </a:r>
          </a:p>
          <a:p>
            <a:r>
              <a:t>• Reduce manual effort</a:t>
            </a:r>
          </a:p>
          <a:p>
            <a:r>
              <a:t>• Use of sensors and microcontroller</a:t>
            </a:r>
          </a:p>
          <a:p>
            <a:r>
              <a:t>• Low-cost automation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Arduino UNO / Nano</a:t>
            </a:r>
          </a:p>
          <a:p>
            <a:r>
              <a:t>• PIR Motion Sensor</a:t>
            </a:r>
          </a:p>
          <a:p>
            <a:r>
              <a:t>• Servo Motor</a:t>
            </a:r>
          </a:p>
          <a:p>
            <a:r>
              <a:t>• Jumper Wires</a:t>
            </a:r>
          </a:p>
          <a:p>
            <a:r>
              <a:t>• External 5V Power Supply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PIR Sensor → Arduino → Servo Motor</a:t>
            </a:r>
          </a:p>
          <a:p/>
          <a:p>
            <a:r>
              <a:t>The PIR sensor detects motion, Arduino processes the signal, and the servo motor opens/closes the gate.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motion is detected, PIR sends signal to Arduino.</a:t>
            </a:r>
          </a:p>
          <a:p>
            <a:r>
              <a:t>Arduino rotates servo to open gate.</a:t>
            </a:r>
          </a:p>
          <a:p>
            <a:r>
              <a:t>After a delay, the gate closes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Home automation</a:t>
            </a:r>
          </a:p>
          <a:p>
            <a:r>
              <a:t>• Parking gates</a:t>
            </a:r>
          </a:p>
          <a:p>
            <a:r>
              <a:t>• Office entrances</a:t>
            </a:r>
          </a:p>
          <a:p>
            <a:r>
              <a:t>• Security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design</a:t>
            </a:r>
          </a:p>
          <a:p>
            <a:r>
              <a:t>• Automatic operation</a:t>
            </a:r>
          </a:p>
          <a:p>
            <a:r>
              <a:t>• Low cost</a:t>
            </a:r>
          </a:p>
          <a:p>
            <a:r>
              <a:t>• Easy to expand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RFID or keypad access</a:t>
            </a:r>
          </a:p>
          <a:p>
            <a:r>
              <a:t>• Vehicle detection</a:t>
            </a:r>
          </a:p>
          <a:p>
            <a:r>
              <a:t>• Alarm system</a:t>
            </a:r>
          </a:p>
          <a:p>
            <a:r>
              <a:t>• Wireless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a simple and effective gate automation system using Arduino and sensors, suitable for real-life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